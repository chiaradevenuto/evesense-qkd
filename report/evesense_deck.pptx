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737360"/>
            <a:ext cx="7863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5200" b="1">
                <a:solidFill>
                  <a:srgbClr val="1F4E79"/>
                </a:solidFill>
              </a:rPr>
              <a:t>EveSense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743200"/>
            <a:ext cx="7863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>
                <a:solidFill>
                  <a:srgbClr val="1A1A1A"/>
                </a:solidFill>
              </a:rPr>
              <a:t>Catching an eavesdropper on a BB84 link that is already noisy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931920"/>
            <a:ext cx="7863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666666"/>
                </a:solidFill>
              </a:rPr>
              <a:t>Chiara De Venuto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666666"/>
                </a:solidFill>
              </a:rPr>
              <a:t>Qiskit Fall Fest 2026 @ MPSTME, IBM Quantum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666666"/>
                </a:solidFill>
              </a:rPr>
              <a:t>Quantum Secure Communication track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1F4E79"/>
                </a:solidFill>
              </a:rPr>
              <a:t>The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</a:rPr>
              <a:t>BB84 security rests on one fact: measuring a qubit in the wrong basis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</a:rPr>
              <a:t>disturbs it. An intercept-resend attacker inserts errors, the two ends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</a:rPr>
              <a:t>read those errors as QBER, and above roughly 11% QBER the link stops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</a:rPr>
              <a:t>producing usable key.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</a:rPr>
              <a:t>Deployed fiber is never clean. Raman scattering, dark counts and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</a:rPr>
              <a:t>polarization drift put real links at a few percent QBER with nobody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</a:rPr>
              <a:t>listening. So the receiver is not comparing a measurement against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</a:rPr>
              <a:t>zero. It is comparing against a baseline that moves.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</a:rPr>
              <a:t>Eve knows the baseline. A patient attacker keeps her interception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</a:rPr>
              <a:t>rate under the noise floor. The receiver has one number and one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</a:rPr>
              <a:t>threshold, and has to decide whether a rise in QBER is Eve or the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</a:rPr>
              <a:t>weather.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1F4E79"/>
                </a:solidFill>
              </a:rPr>
              <a:t>What we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</a:rPr>
              <a:t>A BB84 link in Qiskit with a tunable attacker and a tunable channel,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</a:rPr>
              <a:t>then a detection study across nine conditions.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</a:rPr>
              <a:t>One round is one qubit: Alice prepares |0&gt;, |1&gt;, |+&gt; or |-&gt;, Eve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</a:rPr>
              <a:t>intercept-measures and resends when she is active, the channel adds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</a:rPr>
              <a:t>depolarizing and readout noise, Bob measures in the basis he picked.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</a:rPr>
              <a:t>Rounds are packed into batches of 64 qubits in a single stabilizer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</a:rPr>
              <a:t>circuit, so 30000 rounds cost milliseconds. Eve's outcome is drawn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</a:rPr>
              <a:t>from the Born rule, which is what a mid-circuit measure-and-resend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</a:rPr>
              <a:t>gives.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</a:rPr>
              <a:t>Four experiments: interception sweep, channel noise sweep, detection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</a:rPr>
              <a:t>study with 12 repeats per condition, and the secure key rate curve.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600" b="1">
                <a:solidFill>
                  <a:srgbClr val="1F4E79"/>
                </a:solidFill>
              </a:rPr>
              <a:t>Clean channel, tunable attacker</a:t>
            </a:r>
          </a:p>
        </p:txBody>
      </p:sp>
      <p:pic>
        <p:nvPicPr>
          <p:cNvPr id="3" name="Picture 2" descr="fig1_intercep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43000"/>
            <a:ext cx="5910576" cy="4023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349240"/>
            <a:ext cx="7863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666666"/>
                </a:solidFill>
              </a:rPr>
              <a:t>Interception sweep. The simulated points fall on the analytical 25% * p line, which is the sanity check every QKD demo should pass before claiming anything.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600" b="1">
                <a:solidFill>
                  <a:srgbClr val="1F4E79"/>
                </a:solidFill>
              </a:rPr>
              <a:t>The baseline she hides in</a:t>
            </a:r>
          </a:p>
        </p:txBody>
      </p:sp>
      <p:pic>
        <p:nvPicPr>
          <p:cNvPr id="3" name="Picture 2" descr="fig2_noi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43000"/>
            <a:ext cx="5823741" cy="4023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349240"/>
            <a:ext cx="7863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666666"/>
                </a:solidFill>
              </a:rPr>
              <a:t>Channel noise with no attacker. By 12% depolarising probability the link crosses the 11% secrecy limit on its own.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600" b="1">
                <a:solidFill>
                  <a:srgbClr val="1F4E79"/>
                </a:solidFill>
              </a:rPr>
              <a:t>Nine conditions, twelve runs each</a:t>
            </a:r>
          </a:p>
        </p:txBody>
      </p:sp>
      <p:pic>
        <p:nvPicPr>
          <p:cNvPr id="3" name="Picture 2" descr="fig3_det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43000"/>
            <a:ext cx="5879189" cy="4023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349240"/>
            <a:ext cx="7863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666666"/>
                </a:solidFill>
              </a:rPr>
              <a:t>QBER distributions per condition. The overlap between a tapped noisy link and an untapped noisy link is the whole problem.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600" b="1">
                <a:solidFill>
                  <a:srgbClr val="1F4E79"/>
                </a:solidFill>
              </a:rPr>
              <a:t>Detection cost</a:t>
            </a:r>
          </a:p>
        </p:txBody>
      </p:sp>
      <p:pic>
        <p:nvPicPr>
          <p:cNvPr id="3" name="Picture 2" descr="fig4_r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43000"/>
            <a:ext cx="4917440" cy="4023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349240"/>
            <a:ext cx="7863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666666"/>
                </a:solidFill>
              </a:rPr>
              <a:t>Hit rate against false alarm rate. The noisy-channel curves fall toward the diagonal exactly where the attacker is quietest.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1F4E79"/>
                </a:solidFill>
              </a:rPr>
              <a:t>What the numbers say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</a:rPr>
              <a:t>On a clean link the protocol behaves exactly as theory predicts: QBER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1A1A1A"/>
                </a:solidFill>
              </a:rPr>
              <a:t>tracks 25% of the interception probability, and the measured curve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1A1A1A"/>
                </a:solidFill>
              </a:rPr>
              <a:t>sits on the analytical one.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1A1A1A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1A1A1A"/>
                </a:solidFill>
              </a:rPr>
              <a:t>A 7% depolarizing channel on its own produces about 7% QBER. That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1A1A1A"/>
                </a:solidFill>
              </a:rPr>
              <a:t>is the same order of magnitude as a 10% interception rate on clean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1A1A1A"/>
                </a:solidFill>
              </a:rPr>
              <a:t>fiber. The receiver cannot tell those two apart from a single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1A1A1A"/>
                </a:solidFill>
              </a:rPr>
              <a:t>measurement.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1A1A1A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1A1A1A"/>
                </a:solidFill>
              </a:rPr>
              <a:t>The ROC curves show the tradeoff. On clean fiber almost any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1A1A1A"/>
                </a:solidFill>
              </a:rPr>
              <a:t>threshold separates tapped from untapped. On dirty fiber the curve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1A1A1A"/>
                </a:solidFill>
              </a:rPr>
              <a:t>collapses toward the diagonal at low interception rates, which is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1A1A1A"/>
                </a:solidFill>
              </a:rPr>
              <a:t>where a patient attacker works.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1A1A1A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1A1A1A"/>
                </a:solidFill>
              </a:rPr>
              <a:t>Past about 11% QBER error correction and privacy amplification take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1A1A1A"/>
                </a:solidFill>
              </a:rPr>
              <a:t>everything. The link stays up and stops being worth anything.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000" b="1">
                <a:solidFill>
                  <a:srgbClr val="1F4E79"/>
                </a:solidFill>
              </a:rPr>
              <a:t>Limits and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</a:rPr>
              <a:t>Eve here is a textbook intercept-resend attacker. Photon-number-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1A1A1A"/>
                </a:solidFill>
              </a:rPr>
              <a:t>splitting and coherent attacks are not in the model, and nothing in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1A1A1A"/>
                </a:solidFill>
              </a:rPr>
              <a:t>this work is a security proof.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1A1A1A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1A1A1A"/>
                </a:solidFill>
              </a:rPr>
              <a:t>The channel is depolarizing plus symmetric readout noise. Real fiber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1A1A1A"/>
                </a:solidFill>
              </a:rPr>
              <a:t>drifts in polarization and loses differently per wavelength.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1A1A1A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1A1A1A"/>
                </a:solidFill>
              </a:rPr>
              <a:t>The detector is a single threshold. A real receiver discloses part of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1A1A1A"/>
                </a:solidFill>
              </a:rPr>
              <a:t>the key, estimates QBER on that subset and adapts the threshold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1A1A1A"/>
                </a:solidFill>
              </a:rPr>
              <a:t>against a measured baseline instead of a fixed number.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1A1A1A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1A1A1A"/>
                </a:solidFill>
              </a:rPr>
              <a:t>The next version of this work would estimate the baseline online and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1A1A1A"/>
                </a:solidFill>
              </a:rPr>
              <a:t>run the detection on the residual, which is the version that would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1A1A1A"/>
                </a:solidFill>
              </a:rPr>
              <a:t>survive contact with a real link.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