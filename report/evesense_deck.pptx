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5200" b="1">
                <a:solidFill>
                  <a:srgbClr val="1F4E79"/>
                </a:solidFill>
              </a:rPr>
              <a:t>EveSense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1A1A1A"/>
                </a:solidFill>
              </a:rPr>
              <a:t>Catching an eavesdropper on a BB84 link that is already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666666"/>
                </a:solidFill>
              </a:rPr>
              <a:t>Chiara De Venuto - Team ChiaraDev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66666"/>
                </a:solidFill>
              </a:rPr>
              <a:t>Qiskit Fall Fest 2026 @ MPSTME, IBM Quantum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66666"/>
                </a:solidFill>
              </a:rPr>
              <a:t>Quantum Secure Communication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BB84 security rests on one fact: measuring a qubit in the wrong basis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disturbs it. An intercept-resend attacker inserts errors, the two ends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read those errors as QBER, and above roughly 11% QBER the link stops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producing usable key.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Deployed fiber is never clean. Raman scattering, dark counts and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polarization drift put real links at a few percent QBER with nobody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listening. So the receiver is not comparing a measurement against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zero. It is comparing against a baseline that moves.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Eve knows the baseline. A patient attacker keeps her interception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rate under the noise floor. The receiver has one number and one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threshold, and has to decide whether a rise in QBER is Eve or the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weather.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A BB84 link in Qiskit with a tunable attacker and a tunable channel,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then a detection study across nine conditions.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One round is one qubit: Alice prepares |0&gt;, |1&gt;, |+&gt; or |-&gt;, Eve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intercept-measures and resends when she is active, the channel adds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depolarizing and readout noise, Bob measures in the basis he picked.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Rounds are packed into batches of 64 qubits in a single stabilizer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circuit, so 30000 rounds cost milliseconds. Eve's outcome is drawn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from the Born rule, which is what a mid-circuit measure-and-resend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gives.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Four experiments: interception sweep, channel noise sweep, detection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study with 12 repeats per condition, and the secure key rate curve.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Clean channel, tunable attacker</a:t>
            </a:r>
          </a:p>
        </p:txBody>
      </p:sp>
      <p:pic>
        <p:nvPicPr>
          <p:cNvPr id="3" name="Picture 2" descr="fig1_int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910576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Interception sweep. The simulated points fall on the analytical 25% * p line, which is the sanity check every QKD demo should pass before claiming anything.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The baseline she hides in</a:t>
            </a:r>
          </a:p>
        </p:txBody>
      </p:sp>
      <p:pic>
        <p:nvPicPr>
          <p:cNvPr id="3" name="Picture 2" descr="fig2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823741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Channel noise with no attacker. By 12% depolarising probability the link crosses the 11% secrecy limit on its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Nine conditions, twelve runs each</a:t>
            </a:r>
          </a:p>
        </p:txBody>
      </p:sp>
      <p:pic>
        <p:nvPicPr>
          <p:cNvPr id="3" name="Picture 2" descr="fig3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879189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QBER distributions per condition. The overlap between a tapped noisy link and an untapped noisy link is the whole problem.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Detection cost</a:t>
            </a:r>
          </a:p>
        </p:txBody>
      </p:sp>
      <p:pic>
        <p:nvPicPr>
          <p:cNvPr id="3" name="Picture 2" descr="fig4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49174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Hit rate against false alarm rate. The noisy-channel curves fall toward the diagonal exactly where the attacker is quietest.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What the numbers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On a clean link the protocol behaves exactly as theory predicts: QBER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tracks 25% of the interception probability, and the measured curve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sits on the analytical one.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A 7% depolarizing channel on its own produces about 7% QBER. That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is the same order of magnitude as a 10% interception rate on clean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fiber. The receiver cannot tell those two apart from a single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measurement.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ROC curves show the tradeoff. On clean fiber almost any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threshold separates tapped from untapped. On dirty fiber the curve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collapses toward the diagonal at low interception rates, which is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where a patient attacker works.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Past about 11% QBER error correction and privacy amplification take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everything. The link stays up and stops being worth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Limits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Eve here is a textbook intercept-resend attacker. Photon-number-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splitting and coherent attacks are not in the model, and nothing in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this work is a security proof.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channel is depolarizing plus symmetric readout noise. Real fiber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drifts in polarization and loses differently per wavelength.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detector is a single threshold. A real receiver discloses part of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key, estimates QBER on that subset and adapts the threshold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against a measured baseline instead of a fixed number.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next version of this work would estimate the baseline online and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run the detection on the residual, which is the version that would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survive contact with a real link.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This project was developed with the assistance of generative AI tools for research,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structuring and content generation. The final content has been reviewed and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</a:rPr>
              <a:t>validated by the author.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Full compliance with: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Reg. (EU) 2024/1689 (AI Act) Art. 50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Italian Law 132/2025 Art. 13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EU Code of Practice on AI Transparency (2026)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U.S. AI Labeling Act (S. 4915) - U.S. H.R.8479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U.S. Executive Order on AI (Dec 2025)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</a:rPr>
              <a:t>California TFAIA &amp; AB 2013 (eff. Jan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